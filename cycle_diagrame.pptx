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3"/>
    <p:restoredTop sz="94625"/>
  </p:normalViewPr>
  <p:slideViewPr>
    <p:cSldViewPr snapToGrid="0">
      <p:cViewPr>
        <p:scale>
          <a:sx n="118" d="100"/>
          <a:sy n="118" d="100"/>
        </p:scale>
        <p:origin x="14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AB617-63D2-2130-1455-F36C19E22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829FD-3A90-D3EC-8D8C-ECFFE3A7C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1D14F-E640-D94C-8EFE-3A2925617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F1DB-F48B-9145-B146-30510922973C}" type="datetimeFigureOut">
              <a:rPr lang="en-US" smtClean="0"/>
              <a:t>11/30/24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86F92-2DF9-DF8C-41D6-215100941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BA2B6-3AE0-4106-8D94-4E791C8B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6811-4E0E-294B-949E-76AE72E9E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0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21970-2A35-3818-3C8C-0742648E5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DCA25-BFEE-ED56-A755-A3C11818C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688A2-60C3-E95F-8838-D2A4D0BFA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F1DB-F48B-9145-B146-30510922973C}" type="datetimeFigureOut">
              <a:rPr lang="en-US" smtClean="0"/>
              <a:t>11/30/24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856F7-FB61-5239-597B-756185F1F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46019-D5D3-5473-7FD4-0EE4DD10E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6811-4E0E-294B-949E-76AE72E9E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3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56D5-0C11-8566-8258-5AC904BDE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D13FD-4189-D152-35E6-80317AC2F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B04F-2D9C-A7E6-8F88-91A99DF1B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F1DB-F48B-9145-B146-30510922973C}" type="datetimeFigureOut">
              <a:rPr lang="en-US" smtClean="0"/>
              <a:t>11/30/24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729B6-4DEF-8BDF-DC19-AF53972F9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D475-895F-5107-21FA-A59E207BA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6811-4E0E-294B-949E-76AE72E9E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28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0E73-4BA9-1463-D88B-FFBD36A3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35010-A05C-9EA7-6CD9-558B2CF27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368E5-966D-75E1-3869-5A548703A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11724-3CA2-37D8-3F22-DFBC3E7D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F1DB-F48B-9145-B146-30510922973C}" type="datetimeFigureOut">
              <a:rPr lang="en-US" smtClean="0"/>
              <a:t>11/30/24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5BC7-D500-D1E6-F6F1-4A85C5875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FE6D3-DC83-AB98-31AD-DA3CAB86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6811-4E0E-294B-949E-76AE72E9E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20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3B2B-EFCC-E31D-542F-CA8BE427B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60FF8-5D64-A1A0-18F1-F893D5E9C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4A31D-6606-69E8-B33A-1570D0422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51F06-10CF-4D14-D730-90D9F3C43C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EBA9B-2ABA-E390-4FE8-DBEC945E2F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D0C9B-B60D-986F-42C0-CB9508B9B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F1DB-F48B-9145-B146-30510922973C}" type="datetimeFigureOut">
              <a:rPr lang="en-US" smtClean="0"/>
              <a:t>11/30/24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E184F6-BC71-E998-247E-0A729E7B2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CA627D-8D07-7A7C-6C0B-440F79376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6811-4E0E-294B-949E-76AE72E9E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2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94F3-7578-191F-1BB9-9161A1523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B7897-C2AC-11DE-BBCB-94C961571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F1DB-F48B-9145-B146-30510922973C}" type="datetimeFigureOut">
              <a:rPr lang="en-US" smtClean="0"/>
              <a:t>11/30/24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67E3DE-7E34-D951-78B8-2C2AE7D1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71A7B0-68AB-2D89-3847-57AB91C67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6811-4E0E-294B-949E-76AE72E9E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84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3219F9-2E7F-7B91-BF3D-286D7F52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F1DB-F48B-9145-B146-30510922973C}" type="datetimeFigureOut">
              <a:rPr lang="en-US" smtClean="0"/>
              <a:t>11/30/24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08330-AB67-7774-3E35-EC03E78F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23698-C446-1857-B263-38CC0722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6811-4E0E-294B-949E-76AE72E9E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8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9204C-A9C7-5BEE-2606-F653A490F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72EB8-0EA2-88A3-99C6-C80731F5C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0F6C1-E6C5-DA17-7459-08A32D491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D0732-9AD2-090D-1EBA-5DC8E4CA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F1DB-F48B-9145-B146-30510922973C}" type="datetimeFigureOut">
              <a:rPr lang="en-US" smtClean="0"/>
              <a:t>11/30/24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F6188-51DF-3FFF-3989-469A7EAA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5793-7FBE-AAE9-51EE-EA5B5DDC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6811-4E0E-294B-949E-76AE72E9E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2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1320-A0A3-53CB-0582-2EC9A5982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FFFDF-75F0-061B-8C91-5F4B3F767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678BE-1136-5A3E-AEB5-C366F254A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DE033-5E0E-0CF6-E572-3C1AB5B8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F1DB-F48B-9145-B146-30510922973C}" type="datetimeFigureOut">
              <a:rPr lang="en-US" smtClean="0"/>
              <a:t>11/30/24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78D3E-63F2-D9E7-D3E4-F02A27B35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39F00-E246-F8A7-765B-CC87240F0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6811-4E0E-294B-949E-76AE72E9E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6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0F8B6-0CD9-895D-B38D-94A1CBAF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76313-0ECC-8432-C07E-37E9E5675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C9ED5-0E9A-2637-2878-070631D72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F1DB-F48B-9145-B146-30510922973C}" type="datetimeFigureOut">
              <a:rPr lang="en-US" smtClean="0"/>
              <a:t>11/30/24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4295B-84D8-977F-289E-B5F3CA357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B9648-FCF1-0804-464B-CC57468A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6811-4E0E-294B-949E-76AE72E9E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4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2CFBB-E9D8-9F15-C3F6-BAAD8D782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A02DE-540B-D950-2783-6C7DC245C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CE864-5A02-19A6-7005-5F7AE620D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F1DB-F48B-9145-B146-30510922973C}" type="datetimeFigureOut">
              <a:rPr lang="en-US" smtClean="0"/>
              <a:t>11/30/24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42C07-D464-AC11-B1B9-8E90E55D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D7B65-A851-1419-D261-49255DB2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56811-4E0E-294B-949E-76AE72E9E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05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E332C3-DFDB-04BC-ED89-7606BB233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5DF6C-DCA3-0E99-7792-2C027DBD7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3F46D-8CE5-0B2B-F4B1-8DDB0286AF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2DF1DB-F48B-9145-B146-30510922973C}" type="datetimeFigureOut">
              <a:rPr lang="en-US" smtClean="0"/>
              <a:t>11/30/24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74D93-5FCE-9E3D-F62D-DA901C8F2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19266-F067-B3F3-A805-BE5E37E40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856811-4E0E-294B-949E-76AE72E9E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FD7E-E89E-4D68-D49A-5A79652C2B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2BB8D-2132-8F64-F0A8-FFB0F44B5F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94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6964B11-0510-ED0A-C481-2809078C0B3D}"/>
              </a:ext>
            </a:extLst>
          </p:cNvPr>
          <p:cNvSpPr/>
          <p:nvPr/>
        </p:nvSpPr>
        <p:spPr>
          <a:xfrm>
            <a:off x="4227433" y="2276061"/>
            <a:ext cx="2305878" cy="2305878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Condensation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D360A2-8051-043E-898D-200261E80331}"/>
              </a:ext>
            </a:extLst>
          </p:cNvPr>
          <p:cNvSpPr/>
          <p:nvPr/>
        </p:nvSpPr>
        <p:spPr>
          <a:xfrm>
            <a:off x="667805" y="2276061"/>
            <a:ext cx="2305878" cy="2305878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Evaporation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8124DA-EC8D-1610-1FD9-C2157B8B1D2A}"/>
              </a:ext>
            </a:extLst>
          </p:cNvPr>
          <p:cNvSpPr/>
          <p:nvPr/>
        </p:nvSpPr>
        <p:spPr>
          <a:xfrm>
            <a:off x="7787061" y="2276061"/>
            <a:ext cx="2305878" cy="2305878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Precipitation</a:t>
            </a:r>
          </a:p>
        </p:txBody>
      </p:sp>
      <p:sp>
        <p:nvSpPr>
          <p:cNvPr id="10" name="U-Turn Arrow 9">
            <a:extLst>
              <a:ext uri="{FF2B5EF4-FFF2-40B4-BE49-F238E27FC236}">
                <a16:creationId xmlns:a16="http://schemas.microsoft.com/office/drawing/2014/main" id="{FA159297-5936-BB15-90E1-0EFDB2469131}"/>
              </a:ext>
            </a:extLst>
          </p:cNvPr>
          <p:cNvSpPr/>
          <p:nvPr/>
        </p:nvSpPr>
        <p:spPr>
          <a:xfrm>
            <a:off x="1709057" y="1719943"/>
            <a:ext cx="3671315" cy="424543"/>
          </a:xfrm>
          <a:prstGeom prst="utur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U-Turn Arrow 11">
            <a:extLst>
              <a:ext uri="{FF2B5EF4-FFF2-40B4-BE49-F238E27FC236}">
                <a16:creationId xmlns:a16="http://schemas.microsoft.com/office/drawing/2014/main" id="{9D51160B-E5FC-E793-74C6-4A881DB9A4B7}"/>
              </a:ext>
            </a:extLst>
          </p:cNvPr>
          <p:cNvSpPr/>
          <p:nvPr/>
        </p:nvSpPr>
        <p:spPr>
          <a:xfrm>
            <a:off x="5519056" y="1719942"/>
            <a:ext cx="3671315" cy="424543"/>
          </a:xfrm>
          <a:prstGeom prst="utur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U-Turn Arrow 12">
            <a:extLst>
              <a:ext uri="{FF2B5EF4-FFF2-40B4-BE49-F238E27FC236}">
                <a16:creationId xmlns:a16="http://schemas.microsoft.com/office/drawing/2014/main" id="{67D25A22-3F38-4E81-F504-499C5E8115BC}"/>
              </a:ext>
            </a:extLst>
          </p:cNvPr>
          <p:cNvSpPr/>
          <p:nvPr/>
        </p:nvSpPr>
        <p:spPr>
          <a:xfrm rot="10800000">
            <a:off x="1639714" y="4660424"/>
            <a:ext cx="7481314" cy="424543"/>
          </a:xfrm>
          <a:prstGeom prst="utur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B0CC14-F5CA-01F6-E26A-220DD5683F6E}"/>
              </a:ext>
            </a:extLst>
          </p:cNvPr>
          <p:cNvSpPr txBox="1"/>
          <p:nvPr/>
        </p:nvSpPr>
        <p:spPr>
          <a:xfrm>
            <a:off x="3300096" y="1350610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eEi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5B1C58-9816-7EE2-8060-E86B86B9B6F6}"/>
              </a:ext>
            </a:extLst>
          </p:cNvPr>
          <p:cNvSpPr txBox="1"/>
          <p:nvPr/>
        </p:nvSpPr>
        <p:spPr>
          <a:xfrm>
            <a:off x="5129341" y="508496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pPi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3A4B3E-1259-EEE6-011A-D56E905194BB}"/>
              </a:ext>
            </a:extLst>
          </p:cNvPr>
          <p:cNvSpPr txBox="1"/>
          <p:nvPr/>
        </p:nvSpPr>
        <p:spPr>
          <a:xfrm>
            <a:off x="7110096" y="140370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304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1573B5A7-34E5-338F-8CA3-27BB1EF2F250}"/>
              </a:ext>
            </a:extLst>
          </p:cNvPr>
          <p:cNvCxnSpPr>
            <a:cxnSpLocks/>
            <a:endCxn id="6" idx="0"/>
          </p:cNvCxnSpPr>
          <p:nvPr/>
        </p:nvCxnSpPr>
        <p:spPr>
          <a:xfrm flipV="1">
            <a:off x="967409" y="2276061"/>
            <a:ext cx="6625523" cy="306732"/>
          </a:xfrm>
          <a:prstGeom prst="curvedConnector4">
            <a:avLst>
              <a:gd name="adj1" fmla="val 7096"/>
              <a:gd name="adj2" fmla="val 1745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A4683245-228F-592A-3FA7-2EC0D2301995}"/>
              </a:ext>
            </a:extLst>
          </p:cNvPr>
          <p:cNvCxnSpPr>
            <a:cxnSpLocks/>
            <a:endCxn id="5" idx="0"/>
          </p:cNvCxnSpPr>
          <p:nvPr/>
        </p:nvCxnSpPr>
        <p:spPr>
          <a:xfrm flipV="1">
            <a:off x="2187504" y="2276061"/>
            <a:ext cx="2312505" cy="306732"/>
          </a:xfrm>
          <a:prstGeom prst="curvedConnector4">
            <a:avLst>
              <a:gd name="adj1" fmla="val -31088"/>
              <a:gd name="adj2" fmla="val 174528"/>
            </a:avLst>
          </a:prstGeom>
          <a:ln w="28575"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BA6EB720-FEE1-5780-38C7-CF43290B3911}"/>
              </a:ext>
            </a:extLst>
          </p:cNvPr>
          <p:cNvSpPr/>
          <p:nvPr/>
        </p:nvSpPr>
        <p:spPr>
          <a:xfrm>
            <a:off x="254147" y="2276061"/>
            <a:ext cx="2305878" cy="2305878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Atmosphere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398B16-18E1-D069-F99C-CEB15CF93A4F}"/>
              </a:ext>
            </a:extLst>
          </p:cNvPr>
          <p:cNvSpPr/>
          <p:nvPr/>
        </p:nvSpPr>
        <p:spPr>
          <a:xfrm>
            <a:off x="3347070" y="2276061"/>
            <a:ext cx="2305878" cy="2305878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Ocean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AC924A7-FE48-A95A-B928-EC421C121202}"/>
              </a:ext>
            </a:extLst>
          </p:cNvPr>
          <p:cNvSpPr/>
          <p:nvPr/>
        </p:nvSpPr>
        <p:spPr>
          <a:xfrm>
            <a:off x="6439993" y="2276061"/>
            <a:ext cx="2305878" cy="2305878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Deep ground water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99B8A4-B974-9807-CA87-3D20EC649CFF}"/>
              </a:ext>
            </a:extLst>
          </p:cNvPr>
          <p:cNvSpPr/>
          <p:nvPr/>
        </p:nvSpPr>
        <p:spPr>
          <a:xfrm>
            <a:off x="9422456" y="2276061"/>
            <a:ext cx="2305878" cy="2305878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</a:t>
            </a:r>
          </a:p>
        </p:txBody>
      </p:sp>
    </p:spTree>
    <p:extLst>
      <p:ext uri="{BB962C8B-B14F-4D97-AF65-F5344CB8AC3E}">
        <p14:creationId xmlns:p14="http://schemas.microsoft.com/office/powerpoint/2010/main" val="4269904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51DF1-3ABF-6E88-A43A-251C61343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D93B80A-B75B-CFF8-A505-5C5D0DE07A80}"/>
              </a:ext>
            </a:extLst>
          </p:cNvPr>
          <p:cNvSpPr/>
          <p:nvPr/>
        </p:nvSpPr>
        <p:spPr>
          <a:xfrm>
            <a:off x="3701117" y="2618961"/>
            <a:ext cx="1597783" cy="1620078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Ocean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C83969-2226-27A2-1C8B-EE4ADA54AECE}"/>
              </a:ext>
            </a:extLst>
          </p:cNvPr>
          <p:cNvSpPr/>
          <p:nvPr/>
        </p:nvSpPr>
        <p:spPr>
          <a:xfrm>
            <a:off x="962241" y="2618961"/>
            <a:ext cx="1597783" cy="1620078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Atmosphere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E3AA0F-97F7-DDE3-408A-27F822E02D71}"/>
              </a:ext>
            </a:extLst>
          </p:cNvPr>
          <p:cNvSpPr/>
          <p:nvPr/>
        </p:nvSpPr>
        <p:spPr>
          <a:xfrm>
            <a:off x="6561786" y="2618961"/>
            <a:ext cx="1597783" cy="1620078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Deep Ground Water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BBFAD32-A9A9-565A-F467-F4E1C4E7828D}"/>
              </a:ext>
            </a:extLst>
          </p:cNvPr>
          <p:cNvSpPr/>
          <p:nvPr/>
        </p:nvSpPr>
        <p:spPr>
          <a:xfrm>
            <a:off x="9422455" y="2618961"/>
            <a:ext cx="1597783" cy="1620078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River</a:t>
            </a:r>
          </a:p>
        </p:txBody>
      </p:sp>
      <p:sp>
        <p:nvSpPr>
          <p:cNvPr id="15" name="U-Turn Arrow 14">
            <a:extLst>
              <a:ext uri="{FF2B5EF4-FFF2-40B4-BE49-F238E27FC236}">
                <a16:creationId xmlns:a16="http://schemas.microsoft.com/office/drawing/2014/main" id="{A7DDD36D-F227-E94B-BC6C-F3E6198EE875}"/>
              </a:ext>
            </a:extLst>
          </p:cNvPr>
          <p:cNvSpPr/>
          <p:nvPr/>
        </p:nvSpPr>
        <p:spPr>
          <a:xfrm>
            <a:off x="1747256" y="2038350"/>
            <a:ext cx="2863877" cy="466311"/>
          </a:xfrm>
          <a:prstGeom prst="utur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U-Turn Arrow 15">
            <a:extLst>
              <a:ext uri="{FF2B5EF4-FFF2-40B4-BE49-F238E27FC236}">
                <a16:creationId xmlns:a16="http://schemas.microsoft.com/office/drawing/2014/main" id="{E487BFEA-47E9-A0BE-5286-CEAEC5E79DAD}"/>
              </a:ext>
            </a:extLst>
          </p:cNvPr>
          <p:cNvSpPr/>
          <p:nvPr/>
        </p:nvSpPr>
        <p:spPr>
          <a:xfrm>
            <a:off x="1754586" y="1748045"/>
            <a:ext cx="5713094" cy="466311"/>
          </a:xfrm>
          <a:prstGeom prst="utur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U-Turn Arrow 16">
            <a:extLst>
              <a:ext uri="{FF2B5EF4-FFF2-40B4-BE49-F238E27FC236}">
                <a16:creationId xmlns:a16="http://schemas.microsoft.com/office/drawing/2014/main" id="{A3F5E7FB-5CE3-D451-24A2-9C57D2DE92E2}"/>
              </a:ext>
            </a:extLst>
          </p:cNvPr>
          <p:cNvSpPr/>
          <p:nvPr/>
        </p:nvSpPr>
        <p:spPr>
          <a:xfrm rot="10800000">
            <a:off x="1636129" y="4353337"/>
            <a:ext cx="2863877" cy="500191"/>
          </a:xfrm>
          <a:prstGeom prst="utur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U-Turn Arrow 17">
            <a:extLst>
              <a:ext uri="{FF2B5EF4-FFF2-40B4-BE49-F238E27FC236}">
                <a16:creationId xmlns:a16="http://schemas.microsoft.com/office/drawing/2014/main" id="{26D5D17E-EFA1-AA97-1560-65E8793C1853}"/>
              </a:ext>
            </a:extLst>
          </p:cNvPr>
          <p:cNvSpPr/>
          <p:nvPr/>
        </p:nvSpPr>
        <p:spPr>
          <a:xfrm>
            <a:off x="7567152" y="1838821"/>
            <a:ext cx="2729948" cy="500188"/>
          </a:xfrm>
          <a:prstGeom prst="utur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U-Turn Arrow 18">
            <a:extLst>
              <a:ext uri="{FF2B5EF4-FFF2-40B4-BE49-F238E27FC236}">
                <a16:creationId xmlns:a16="http://schemas.microsoft.com/office/drawing/2014/main" id="{98A6AD98-9A53-6F05-B87C-44D66B29552E}"/>
              </a:ext>
            </a:extLst>
          </p:cNvPr>
          <p:cNvSpPr/>
          <p:nvPr/>
        </p:nvSpPr>
        <p:spPr>
          <a:xfrm rot="10800000">
            <a:off x="4837204" y="4353339"/>
            <a:ext cx="2729948" cy="500189"/>
          </a:xfrm>
          <a:prstGeom prst="utur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U-Turn Arrow 19">
            <a:extLst>
              <a:ext uri="{FF2B5EF4-FFF2-40B4-BE49-F238E27FC236}">
                <a16:creationId xmlns:a16="http://schemas.microsoft.com/office/drawing/2014/main" id="{3AA4EDEA-4D0D-093B-1CCA-90E2C02E6D60}"/>
              </a:ext>
            </a:extLst>
          </p:cNvPr>
          <p:cNvSpPr/>
          <p:nvPr/>
        </p:nvSpPr>
        <p:spPr>
          <a:xfrm rot="10800000">
            <a:off x="4492646" y="4819650"/>
            <a:ext cx="5950065" cy="500188"/>
          </a:xfrm>
          <a:prstGeom prst="utur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373E2-7F75-1C0A-E1BA-3EB24E80B0E8}"/>
              </a:ext>
            </a:extLst>
          </p:cNvPr>
          <p:cNvSpPr txBox="1"/>
          <p:nvPr/>
        </p:nvSpPr>
        <p:spPr>
          <a:xfrm>
            <a:off x="2560024" y="2146312"/>
            <a:ext cx="17724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a_i</a:t>
            </a:r>
            <a:r>
              <a:rPr lang="en-US" sz="1200" dirty="0"/>
              <a:t>*a*</a:t>
            </a:r>
            <a:r>
              <a:rPr lang="en-US" sz="1200" dirty="0" err="1"/>
              <a:t>a_random</a:t>
            </a: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5935C-7011-BED4-EE14-BE433369B46D}"/>
              </a:ext>
            </a:extLst>
          </p:cNvPr>
          <p:cNvSpPr txBox="1"/>
          <p:nvPr/>
        </p:nvSpPr>
        <p:spPr>
          <a:xfrm>
            <a:off x="5284626" y="1838821"/>
            <a:ext cx="2318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a_i</a:t>
            </a:r>
            <a:r>
              <a:rPr lang="en-US" sz="1200" dirty="0"/>
              <a:t>*a*(1-a_random)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04750-186F-D769-254B-764665CE022C}"/>
              </a:ext>
            </a:extLst>
          </p:cNvPr>
          <p:cNvSpPr txBox="1"/>
          <p:nvPr/>
        </p:nvSpPr>
        <p:spPr>
          <a:xfrm>
            <a:off x="2802738" y="4428351"/>
            <a:ext cx="5306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o_i</a:t>
            </a:r>
            <a:r>
              <a:rPr lang="en-US" sz="1200" dirty="0"/>
              <a:t>*o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FA0AC-4F19-6137-2717-9320E50AD0BD}"/>
              </a:ext>
            </a:extLst>
          </p:cNvPr>
          <p:cNvSpPr txBox="1"/>
          <p:nvPr/>
        </p:nvSpPr>
        <p:spPr>
          <a:xfrm>
            <a:off x="8699530" y="4931244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r_i</a:t>
            </a:r>
            <a:r>
              <a:rPr lang="en-US" sz="1200" dirty="0"/>
              <a:t>*r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0C914-63E4-9443-453C-6F4C4CDA95DB}"/>
              </a:ext>
            </a:extLst>
          </p:cNvPr>
          <p:cNvSpPr txBox="1"/>
          <p:nvPr/>
        </p:nvSpPr>
        <p:spPr>
          <a:xfrm>
            <a:off x="5480254" y="4428351"/>
            <a:ext cx="12314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g_i</a:t>
            </a:r>
            <a:r>
              <a:rPr lang="en-US" sz="1200" dirty="0"/>
              <a:t>*g*</a:t>
            </a:r>
            <a:r>
              <a:rPr lang="en-US" sz="1200" dirty="0" err="1"/>
              <a:t>g_random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5FF802-54C4-4F82-77B3-65297E323FEA}"/>
              </a:ext>
            </a:extLst>
          </p:cNvPr>
          <p:cNvSpPr txBox="1"/>
          <p:nvPr/>
        </p:nvSpPr>
        <p:spPr>
          <a:xfrm>
            <a:off x="8159569" y="1965895"/>
            <a:ext cx="2407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g_i</a:t>
            </a:r>
            <a:r>
              <a:rPr lang="en-US" sz="1200" dirty="0"/>
              <a:t>*g*(1-g_random)</a:t>
            </a:r>
          </a:p>
        </p:txBody>
      </p:sp>
    </p:spTree>
    <p:extLst>
      <p:ext uri="{BB962C8B-B14F-4D97-AF65-F5344CB8AC3E}">
        <p14:creationId xmlns:p14="http://schemas.microsoft.com/office/powerpoint/2010/main" val="2126087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1824</TotalTime>
  <Words>69</Words>
  <Application>Microsoft Macintosh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Yihan</dc:creator>
  <cp:lastModifiedBy>Wang, Yihan</cp:lastModifiedBy>
  <cp:revision>2</cp:revision>
  <dcterms:created xsi:type="dcterms:W3CDTF">2024-11-25T19:19:06Z</dcterms:created>
  <dcterms:modified xsi:type="dcterms:W3CDTF">2024-12-02T00:08:02Z</dcterms:modified>
</cp:coreProperties>
</file>